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3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7 · AI PRODUCT · ALFA-BANK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Red Teaming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атак на память ИИ-агента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поиск динамических атак на долговременную память агента — с доказательствами (evidence), а не только по ответу в чате.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E27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Гиззатуллин Артур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596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51206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E27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Либина Яна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5596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51206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E27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01000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Шитец Андрей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5596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Промежуточная защита · 03.09.2026 · github.com/ArturGizzatullin01/agentic-red-teaming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Атаки на память не видны в «запрос-ответ»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02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Отравление памяти срабатывает позже или в других сессиях, переживает сброс сессии и распространяется на других клиентов.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632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Текущее у банка: ручные атаки + promptfoo + Langfuse. promptfoo не работает с памятью и инструментами.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2062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детекторы плохо ловят слабосигнальные отравления — незаметны в обычном диалоге.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80960" y="192024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141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2286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2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слабосигнальных отравлений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ловят лучшие входные детекторы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572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 84% сильносигнальных · MPBench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инструмент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Атакует агента как чёрный ящик (по API-контракту), проверяет успех по СОСТОЯНИЮ памяти и трассам Langfuse, выдаёт интерпретируемые находки с доказательствами.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Приоритеты, зафиксированные после Q&amp;A с кейсодателем: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F3F5F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память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7216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динамические атаки, без общих джейлбрейков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F3F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333756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Ширина &gt; глубина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7216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разнообразие атак и погружённость в них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F3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84632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 не в заголовке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230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 идея и интерпретируемость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57200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F3F5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484632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Killer-фича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5230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подгрузка своих атак (pluggable-формат)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И ЦЕННОСТЬ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кого и зачем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3F5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Департамент ИБ банка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агента с памятью перед выкаткой в прод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(JTBD)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404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«Убедиться доказательно, что память нельзя отравить (утечка / BAC / hijack), чтобы подписать go на фактах, а не на вере — и не отвечать за инцидент после релиза.»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41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Ценностное предложение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5146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Находит динамические атаки на память и ДОКАЗЫВАЕТ каждую находку — состоянием памяти и трассой Langfuse.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1605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на фактах, а не на вере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интерпретируемость + широта + evidence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pluggable: свои атаки без правок ядра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· 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Пайплайн: доставка → активация → доказательство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Доставка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по каналу: запрос / веб / вывод тула / память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706624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52928" y="228600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3035808" y="246888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358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3429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консолидация рабочей памяти в долговременную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65776" y="228600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248656" y="246888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48656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Активация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3429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поздний запрос активирует отравленный факт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78624" y="228600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4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1504" y="2468880"/>
            <a:ext cx="457200" cy="457200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61504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15784" y="3429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/ GET /memory + трасса Langfuse → диф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45168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91472" y="228600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674352" y="246888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7435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28632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28632" y="3429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success-check: LLM-as-judge / детерминированно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AF0F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012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— pluggable attack format: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5166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= декларативный файл (канал → payload/мутация → триггер → success-check → сила сигнала). Новый файл = новая атака, без правок ядра. Вход — API-контракт + опц. Langfuse; стенд не захардкожен.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БАТАРЕЯ АТАК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Ширина: оба стиля сигнала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3F5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30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классов MPBench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/ conditional command insertion, salience-poisoning, inferred-write × 4 канала записи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130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Слабый сигнал (авто)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retrieval-оптимизация (GhostWriter): payload подгоняется под легитимный корпус, без явной команды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3F5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Кросс-юзер scope=global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617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попадает в системный промпт ВСЕХ клиентов, переживает сброс сессии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3F5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Маппинг для отчёта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617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атака → MITRE ATLAS + OWASP ASI06 (интерпретируемость)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Опора — библиотека из 12 разобранных публичных writeups, размеченных по каналам / классам / последствиям.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СЦЕНАРИЙ ОТРАВЛЕНИЯ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факт → системный промпт всех клиентов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7589520" cy="603504"/>
          </a:xfrm>
          <a:prstGeom prst="roundRect">
            <a:avLst>
              <a:gd name="adj" fmla="val 9091"/>
            </a:avLst>
          </a:prstGeom>
          <a:solidFill>
            <a:srgbClr val="1E2740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2084832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98064"/>
            <a:ext cx="7589520" cy="603504"/>
          </a:xfrm>
          <a:prstGeom prst="roundRect">
            <a:avLst>
              <a:gd name="adj" fmla="val 9091"/>
            </a:avLst>
          </a:prstGeom>
          <a:solidFill>
            <a:srgbClr val="1E2740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871216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9806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extract_semantics помечает scope=global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7589520" cy="603504"/>
          </a:xfrm>
          <a:prstGeom prst="roundRect">
            <a:avLst>
              <a:gd name="adj" fmla="val 9091"/>
            </a:avLst>
          </a:prstGeom>
          <a:solidFill>
            <a:srgbClr val="1E27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65760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58444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agent_policy_memories (без user_id)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7589520" cy="603504"/>
          </a:xfrm>
          <a:prstGeom prst="roundRect">
            <a:avLst>
              <a:gd name="adj" fmla="val 9091"/>
            </a:avLst>
          </a:prstGeom>
          <a:solidFill>
            <a:srgbClr val="E2323C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443984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37083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build_context → системный промпт ВСЕХ клиентов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157216"/>
            <a:ext cx="7589520" cy="603504"/>
          </a:xfrm>
          <a:prstGeom prst="roundRect">
            <a:avLst>
              <a:gd name="adj" fmla="val 9091"/>
            </a:avLst>
          </a:prstGeom>
          <a:solidFill>
            <a:srgbClr val="E232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230368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15721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переживает сброс сессии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0" y="201168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1E2740"/>
          </a:solidFill>
          <a:ln w="19050">
            <a:solidFill>
              <a:srgbClr val="E232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ПОСЛЕДСТВИЕ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26517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Access Control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34747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данных чужого cus — перс. данные и банковская тайна. Также: утечка по конкурентам, hijack.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Отравление достижимо обычным диалогом и невидимо в «запрос-ответ».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· ЧТО СДЕЛАНО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в разработке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Зафиксированы приоритеты и архитектура (pluggable + evidence-first)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475488" cy="47548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Мишень-стенд развёрнута локально (Docker)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475488" cy="47548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278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Собрана база из 12 разобранных референс-атак (каналы/классы/последствия)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475488" cy="47548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410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Спроектированы схемы решения и поток отравления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475488" cy="47548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654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harness: target / attacks_loader / evidence / judge — в работе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475488" cy="475488"/>
          </a:xfrm>
          <a:prstGeom prst="ellipse">
            <a:avLst/>
          </a:prstGeom>
          <a:solidFill>
            <a:srgbClr val="E232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349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3675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Ближайшая веха: первый пак scope=global end-to-end с evidence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ПЛАН ДО ФИНАЛА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тестируем первым (07.09)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141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РИСКОВАННОЕ ДОПУЩЕНИЕ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не в том, «получится ли атака», а в надёжной ВЕРИФИКАЦИИ активации (особенно слабого сигнала) по evidence — так, чтобы ИБ поверил. Шумный judge рушит доказуемость.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слабого сигнала → шум LLM-as-judge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Langfuse-логов на входе (уточняем)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LLM (атака ≠ ядро) — стоимость и скорость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чувство безопасности — фиксируем в отчёте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до финала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5204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атака end-to-end с чистым evidence (проверка RAT)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батареи на стенде, первые findings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формат отчёта с ИБ-департаментом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Финальные продуктовые материалы + защита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3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ВКЛАД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и вклад AI Product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Гиззатуллин Артур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· формат атак · evidence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0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Либина Яна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990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9900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· каталог атак · метрики и отчёт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31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Шитец Андрей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313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83133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· продуктовые материалы · защита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E27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AI Product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3035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с кейсодателем → приоритеты развернули архитектуру вокруг pluggable + evidence, а не ASR. Сформулированы Job пользователя и самое рискованное допущение. Собрана библиотека референс-атак. Задан операционный контракт разработки (evidence-first).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2026-09-02T20:59:00Z</dcterms:created>
  <dcterms:modified xsi:type="dcterms:W3CDTF">2026-09-02T20:59:00Z</dcterms:modified>
</cp:coreProperties>
</file>