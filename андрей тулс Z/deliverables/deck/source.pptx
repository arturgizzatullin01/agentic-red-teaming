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0"/>
            <a:ext cx="4846320" cy="68580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05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RED TEAMING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011680" cy="13716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F8F8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Атаки на</a:t>
            </a:r>
            <a:endParaRPr lang="en-US" sz="4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F8F8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память</a:t>
            </a:r>
            <a:endParaRPr lang="en-US" sz="4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F8F8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ИИ-агента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 для ИБ: доказать, что долговременную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память нельзя отравить — до выкатки в прод.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5303520"/>
            <a:ext cx="1828800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486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7  ·  Альфа-Банк  ·  04.09.2026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80960" y="1005840"/>
            <a:ext cx="45720" cy="100584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1024128"/>
            <a:ext cx="36576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dirty="0">
                <a:solidFill>
                  <a:srgbClr val="F8F8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863840" y="1589227"/>
            <a:ext cx="3657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классов атак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память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80960" y="2194560"/>
            <a:ext cx="45720" cy="100584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2212848"/>
            <a:ext cx="36576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dirty="0">
                <a:solidFill>
                  <a:srgbClr val="F8F8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863840" y="2777947"/>
            <a:ext cx="3657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независимых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движка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80960" y="3383280"/>
            <a:ext cx="45720" cy="100584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0" y="3401568"/>
            <a:ext cx="36576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dirty="0">
                <a:solidFill>
                  <a:srgbClr val="F8F8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863840" y="3966667"/>
            <a:ext cx="3657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 №1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заказчика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80960" y="4572000"/>
            <a:ext cx="45720" cy="100584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0" y="4590288"/>
            <a:ext cx="36576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dirty="0">
                <a:solidFill>
                  <a:srgbClr val="F8F8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863840" y="5155387"/>
            <a:ext cx="3657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pluggable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0" y="63093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Память агента — новая поверхность атаки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11064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64008" cy="105156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0876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ИБ-ИНЖЕНЕРА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я готовлю агента с памятью к выкатке, я хочу доказательно убедиться, что долговременную память нельзя отравить (утечка / BAC / hijack), чтобы подписать go/no-go на фактах, а не на вере.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35661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743200"/>
            <a:ext cx="3566160" cy="73152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17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Promptfoo не видит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5661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Работает на один шаг «запрос → ответ». Не знает про write-path, активацию в другой сессии и кросс-юзер scope.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2743200"/>
            <a:ext cx="35661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2743200"/>
            <a:ext cx="3566160" cy="73152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3017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Ручная проверка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26280" y="35661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 ИБ тратит часы на ручные атаки. Слабосигнальные отравления (MPBench ~42%) проходят входные детекторы.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2743200"/>
            <a:ext cx="35661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743200"/>
            <a:ext cx="3566160" cy="73152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3017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Память переживает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75320" y="35661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Отравленный факт остаётся после сброса сессии и может всплыть у другого клиента. Это уже не «запрос-ответ».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537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JTBD, MPBench, внутренние прогоны команды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4712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Полный цикл памяти с доказательством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Доставка payload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каналам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141732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Activate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11880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Триггер в новой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сессии / у другого юзера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41732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Consequence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92240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Утечка / BAC 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hijack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89720" y="141732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7260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Evidence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372600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Диф памяти +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Langfuse + вердикт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429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независимых движка — перекрёстная проверка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794760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977640"/>
            <a:ext cx="5394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114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core-harness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" y="45262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Pluggable-паки (атака = файл). Фокус на чистой цепочке write→activate. Судья + атакующий на разных LLM. 7 attack-паков, автоподхват.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3977640"/>
            <a:ext cx="5394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4114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memred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46520" y="45262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шаблона (21 класс) + 3 APT-цепочки. MSI 0–100, SARIF 2.1.0, findings.json. Ширина и готовность к ASOC.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537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Оба движка независимо подтвердили ядро уязвимостей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24712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Pluggable · Target-agnostic · Evidence-first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54406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64008" cy="196596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Pluggable attack format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Атака = декларативный файл. Канал → payload → триггер → success-check. Новый файл = новая атака, без правок ядра.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4406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417320"/>
            <a:ext cx="64008" cy="196596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Black-box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1488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 — API-контракт агента (+опц. Langfuse). Стенд не захардкожен. Работает на любом агенте с памятью.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54406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566160"/>
            <a:ext cx="64008" cy="196596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Evidence-слой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2976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Чтение состояния памяти (Mongo / GET /memory) + трасса Langfuse → диф «до/после». Не голый ответ модели.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3566160"/>
            <a:ext cx="54406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566160"/>
            <a:ext cx="64008" cy="196596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Две LLM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42976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Атакующая ≠ ядро тест-агента. ASR/MSI считаем своим методом. Маппинг на MITRE ATLAS / OWASP ASI06.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537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Killer-фича: ИБ дополняет батарею своими атаками без изменения кода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4712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НАХОДКА 01  ·  ПРИОРИТЕТ №1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Broken Access Control через
</a:t>
            </a:r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глобальный слой памяти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11064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64008" cy="137160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83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Личная просьба клиента оседает в agent_policy_memories без user_id → становится «правилом для всех клиентов» и переживает сброс сессии.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3611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3832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77240" y="41148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в global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 (strong/weak)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43400" y="3200400"/>
            <a:ext cx="3611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33832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2/3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0" y="41148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 CH-1: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полное досье чужого клиента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3200400"/>
            <a:ext cx="3611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33832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366760" y="41148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утечка ФИО + счёт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состав портфеля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Подтверждено обоими движками. Приоритет №1 кейсодателя.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24712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НАХОДКА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Режим protected — </a:t>
            </a:r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не защита от отравления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53949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ДЕЛАЕТ protected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Купирует ущерб на read-path.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отдаёт 403 на доступ к чужим данным.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авторизация чтения — не защита памяти.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949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НЕ ДЕЛАЕТ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блокирует запись вредоносного факта в долговременную память.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Write-path открыт в обоих режимах.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Переключение auth_mode почти не меняет запись и активацию по 6 из 7 паков.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5669280"/>
            <a:ext cx="45720" cy="45720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669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  </a:t>
            </a:r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Память — не защищённый актив. Нужен контроль на write-path, а не только авторизация чтения.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6537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Батарея 39 прогонов, k=3, сравнение vulnerable/protected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24712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НАХОДКА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Полные цепочки write → activate воспроизводятся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54406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0020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memory_flood_v1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/ 6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 утверждение повторяется 8 раз и «продавливает» суммаризатор. Write и activate одновременно.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4406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60020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fake_shared_past_v1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201168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/ 6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446520" y="269748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Фейковая отсылка «мы же договорились в прошлой сессии». Стабильная активация при повторах.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1064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1148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ВАЖНО ДЛЯ ИБ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5262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Единичная находка — это артефакт. Воспроизводимость при фикс. seed/config и на непересекающихся аккаунтах — это то, на чём можно строить go/no-go и проверять фикс. Атаки без инструментов (флуд, фабрикация прошлого) стабильны до 9/9 активаций.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Изолированная копия стенда, 39 оценённых прогонов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24712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ДОКАЗАТЕЛЬСТВО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Каждая находка — с evidence, не с голым ответом модели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64008" cy="96012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544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Диф памяти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0" y="160020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Снапшот до/после. Что именно записалось в agent_policy_memories / user memory.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68880"/>
            <a:ext cx="64008" cy="96012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060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Трасса Langfuse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40480" y="26517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и при каком запросе сработал отравленный факт. Ссылка в отчёте.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520440"/>
            <a:ext cx="64008" cy="96012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57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Success-check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40480" y="3703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Свой на каждый тип атаки. Детерминированные маркеры-канарейки в приоритете.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572000"/>
            <a:ext cx="64008" cy="96012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7091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LLM-judge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40480" y="475488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Вспомогательный. Мягче, даёт ложноположительные. Согласие двух вердикторов — 89% (κ=0.73).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537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 подтверждён: верификация важнее самой атаки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4712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ПОКРЫТИЕ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Ширина + готовность к контуру банка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02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классов атак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(два движка)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41732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6002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66160" y="2331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APT-цепочки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(CH-1/2/3)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6002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MSI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46520" y="2331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0–100 вместо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бинарного ASR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89720" y="141732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0" y="16002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SARIF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326880" y="2331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2.1.0 + findings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ASOC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429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закрыто под требования кейсодателя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Cross-user leakage (global scope)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Persistent poisoning (переживает сброс)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Tool-calling / APT-цепочки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Слабосигнальная генерация + мутации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4800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Маппинг MITRE ATLAS / OWASP ASI06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4800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Выгрузка в ASOC (SARIF + findings.json)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537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находок в последнем прогоне memred: 10 critical / 11 high / 32 medium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24712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ГРАНИЦЫ MVP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Честно о том, что инструмент делает и чего не делает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53949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 MVP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CLI + JSON-отчёт + сводка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Black-box по API-контракту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MPBench + слабый сигнал + cross-user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Evidence-слой (Mongo / Langfuse)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977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Pluggable (атака = файл)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Маппинг MITRE / OWASP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417320"/>
            <a:ext cx="53949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Вне MVP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2148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Web-UI и MCP-сервер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2606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General jailbreak / обход alignment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3063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Автотюн и выбор моделей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3520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Онлайн-кастомизация атак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3977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Гарантия «полной защищённости»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4434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Замена ручного анализа ИБ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537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 показывает найденное. Не «полную защищённость».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4712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ЦЕННОСТЬ ДЛЯ БАНКА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 ИБ использует результат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Задать контракт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агента + опц. Langfuse. Фикс. seed для воспроизводимости.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29000" y="141732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1188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Запустить батарею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29260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CLI. Payload → триггер → активация. Два движка независимо.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141732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9224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Прочитать finding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29260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Диф памяти, трасса, класс, MITRE/OWASP, severity.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89720" y="141732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37260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 / No-go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72600" y="29260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фактах. При необходимости — свой файл-атака и перезапуск.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937760"/>
            <a:ext cx="45720" cy="45720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937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  </a:t>
            </a:r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Pluggable-формат + SARIF = инструмент встраивается в MLSecOps, а не остаётся демо.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Репозиторий: github.com/ArturGizzatullin01/agentic-red-teaming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4712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ЗАБРАТЬ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828800" cy="13716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F8F8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Память агента —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F8F8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поверхность атаки.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F8F8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Protected её не закрывает.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 даёт ИБ доказательства write → activate → consequence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возможность дополнять батарею своими атаками.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212080"/>
            <a:ext cx="1828800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440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7  ·  Яна Либина  ·  Артур Гиззатуллин  ·  Андрей Шитец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Альфа-Банк  ·  04.09.2026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0" y="63093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Red Teaming — атаки на память ИИ-агента</dc:title>
  <dc:subject>Альфа-Банк · 04.09.2026</dc:subject>
  <dc:creator>Команда 7</dc:creator>
  <cp:lastModifiedBy>Команда 7</cp:lastModifiedBy>
  <cp:revision>1</cp:revision>
  <dcterms:created xsi:type="dcterms:W3CDTF">2026-09-03T23:49:44Z</dcterms:created>
  <dcterms:modified xsi:type="dcterms:W3CDTF">2026-09-03T23:49:44Z</dcterms:modified>
</cp:coreProperties>
</file>