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19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Открываем: мы ломаем память агента до выката в прод. Два независимых движка, 30+ классов атак, приоритет заказчика — Broken Access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Проблема: память — это не «запрос-ответ». Отравленный факт живёт после сброса сессии и всплывает у другого клиента. Существующие сканеры это не видят.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 цикл: записали яд → активировали в новой сессии → показали последствие → собрали доказательства. Два движка проверяют друг друга: core-harness и memred.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Архитектура: атака — это файл, вход — API-контракт, доказательства — из памяти, а не из ответа модели. ИБ может дополнить батарею своими атаками без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Главная находка: личная просьба клиента становится правилом для всех. Записали тайну, реквизиты, инструкцию — всё осело в глобальном слое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Режим protected — это авторизация чтения. Запись яда он не блокирует: write-path открыт в обоих режимах. Вывод: защищать нужно запись.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Цепочки воспроизводятся: флуд и фейковое «мы договаривались» активируются стабильно, до 9 из 9. На этом можно строить go/no-go.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Доказательство: по каждой атаке — цепочка «атака → память до → память после → оценка → итог», прогоны подписаны хэшами. Судья LLM вспомогательный: согласие 88%.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Покрытие: 57 находок, 10 критических. Все три сценария кейсодателя закрыты: cross-user, persistent poisoning, tool-calling. Выгрузка в ASOC готова.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Честные границы: внутри — CLI, black-box, evidence, pluggable-атаки. Вне — jailbreak-и и обещание «полной защищённости».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пользуется ИБ: задал контракт → запустил батарею → прочитал finding → принял go/no-go. Встраивается в MLSecOps, а не остаётся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Финал: память — поверхность атаки, protected её не закрывает. Мы даём доказательства и расширяемость. Команда: Яна, Артур, Андрей.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Эксперимент ширины: одна цель, 16 формулировок — все 16 дошли в память, активировалась одна. Значит, детектор должен смотреть на смысл записываемого, а не на стиль.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46320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RED TEAMING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011680" cy="13716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Атаки на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ИИ-агента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для ИБ: доказать, что долговременную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нельзя отравить — до выкатки в прод.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303520"/>
            <a:ext cx="1828800" cy="13716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486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7  ·  Альфа-Банк  ·  04.09.2026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100584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02412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863840" y="158922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атак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память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219456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221284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863840" y="277794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независимых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движка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338328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340156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863840" y="396666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 №1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45720" cy="100584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4590288"/>
            <a:ext cx="36576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863840" y="5155387"/>
            <a:ext cx="3657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309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 агента — новая поверхность атаки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64008" cy="105156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ИБ-ИНЖЕНЕРА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я готовлю агента с памятью к выкатке, я хочу доказательно убедиться, что долговременную память нельзя отравить (утечка / BAC / hijack), чтобы подписать go/no-go на фактах, а не на вере.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5661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356616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Promptfoo не видит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на один шаг «запрос → ответ». Не знает про write-path, активацию в другой сессии и кросс-юзер scope.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2743200"/>
            <a:ext cx="35661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743200"/>
            <a:ext cx="356616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Ручная проверка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566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 ИБ тратит часы на ручные атаки. Слабосигнальные отравления (MPBench ~42%) проходят входные детекторы.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743200"/>
            <a:ext cx="35661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566160" cy="73152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 переживает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35661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Отравленный факт остаётся после сброса сессии и может всплыть у другого клиента. Это уже не «запрос-ответ».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JTBD, MPBench, внутренние прогоны команды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Полный цикл памяти с доказательством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payload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каналам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1188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 в новой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сессии / у другого юзера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Consequence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Утечка / BAC 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8972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726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72600" y="2423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 памяти +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 + вердикт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независимых движка — перекрёстная проверка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48640" y="397764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core-harness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Pluggable-паки (атака = файл). Фокус на чистой цепочке write→activate. Судья + атакующий на разных LLM. 7 attack-паков, автоподхват.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3977640"/>
            <a:ext cx="53949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465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memred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шаблона (23 класса) + 3 APT-цепочки. MSI 0–100, SARIF 2.1.0, proof-отчёт. 19 подтверждений из 57 прогонов.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Оба движка независимо подтвердили ядро уязвимостей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Pluggable · Target-agnostic · Evidence-first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Pluggable attack format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Атака = декларативный файл. Канал → payload → триггер → success-check. Новый файл = новая атака, без правок ядра.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141732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Black-box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— API-контракт агента (+опц. Langfuse). Стенд не захардкожен. Работает на любом агенте с памятью.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56616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Evidence-слой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Цепочка: память ДО → ПОСЛЕ → оценка → итог. sha256 артефактов, --verify ловит правки.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44068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17920" y="3566160"/>
            <a:ext cx="64008" cy="196596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224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Две LLM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4297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Атакующая ≠ ядро тест-агента. ASR/MSI считаем своим методом. Маппинг на MITRE ATLAS / OWASP ASI06.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Killer-фича: ИБ дополняет батарею своими атаками без изменения кода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 01  ·  ПРИОРИТЕТ №1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 Access Control через
</a:t>
            </a:r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глобальный слой памяти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" cy="137160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Личная просьба оседает в agent_policy_memories без user_id → «правило для всех». У нас 8/8 атак: тайны, реквизиты, переводы.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в global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(strong/weak)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2/3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 CH-1: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досье чужого клиента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6676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утечка ФИО + счёт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состав портфеля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Подтверждено обоими движками. Приоритет №1 кейсодателя.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Режим protected — </a:t>
            </a:r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защита от отравления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protected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Купирует ущерб на read-path.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отдаёт 403 на доступ к чужим данным.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авторизация чтения — не защита памяти.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ДЕЛАЕТ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блокирует запись вредоносного факта в долговременную память.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Write-path открыт в обоих режимах.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Переключение auth_mode почти не меняет запись и активацию по 6 из 7 паков.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5669280"/>
            <a:ext cx="45720" cy="457200"/>
          </a:xfrm>
          <a:prstGeom prst="rect">
            <a:avLst/>
          </a:prstGeom>
          <a:solidFill>
            <a:srgbClr val="EE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— не защищённый актив. Нужен контроль на write-path, а не только авторизация чтения.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Батарея 39 прогонов, k=3, сравнение vulnerable/protected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Полные цепочки write → activate воспроизводятся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40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memory_flood_v1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утверждение повторяется 8 раз и «продавливает» суммаризатор. Write и activate одновременно.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fake_shared_past_v1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Фейковая отсылка «мы же договорились в прошлой сессии». Стабильная активация при повторах.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148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 ДЛЯ ИБ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Единичная находка — это артефакт. Воспроизводимость при фикс. seed/config и на непересекающихся аккаунтах — это то, на чём можно строить go/no-go и проверять фикс. Атаки без инструментов (флуд, фабрикация прошлого) стабильны до 9/9 активаций.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Изолированная копия стенда, 39 оценённых прогонов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Каждая находка — с evidence, не с голым ответом модели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41732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Диф памяти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60020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Цепочка: атака → память ДО → ПОСЛЕ → оценка → итог. Каждый прогон подписан sha256.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Трасса Langfuse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26517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и при каком запросе сработал отравленный факт. Ссылка в отчёте.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48640" y="352044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Success-check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3703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 на каждый тип атаки. Детерминированные маркеры-канарейки в приоритете.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48640" y="4572000"/>
            <a:ext cx="64008" cy="96012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4709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LLM-judge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40480" y="47548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Вспомогательный. Мягче, даёт ложноположительные. Согласие двух вердикторов — 88% (κ=0.71).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 подтверждён: верификация важнее самой атаки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Ширина + готовность к контуру банка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классов атак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(два движка)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6616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APT-цепочки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(CH-1/2/3)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вместо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бинарного ASR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41732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26880" y="16002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SARIF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32688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2.1.0 + findings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ASOC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закрыто под требования кейсодателя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Cross-user leakage (global scope)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poisoning (переживает сброс)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Tool-calling / APT-цепочки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Слабосигнальная генерация + мутации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Маппинг MITRE ATLAS / OWASP ASI06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Выгрузка в ASOC (SARIF + findings.json)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находок: 10 critical / 11 high / 34 medium · 111 триггеров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ГРАНИЦЫ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Честно о том, что инструмент делает и чего не делает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 MVP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CLI + JSON-отчёт + сводка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Black-box по API-контракту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MPBench + слабый сигнал + cross-user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Отчёт-доказательство (sha256 + verify)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Pluggable (атака = файл)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Маппинг MITRE / OWASP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Вне MVP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Web-UI и MCP-сервер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General jailbreak / обход alignment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Автотюн и выбор моделей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Онлайн-кастомизация атак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977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Гарантия «полной защищённости»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434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Замена ручного анализа ИБ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показывает найденное. Не «полную защищённость».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ДЛЯ БАНКА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ИБ использует результат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Задать контракт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агента + опц. Langfuse. Фикс. seed для воспроизводимости.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6118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Запустить батарею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CLI. Payload → триггер → активация. Два движка независимо.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Прочитать finding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 памяти, трасса, класс, MITRE/OWASP, severity.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89720" y="141732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7260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726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 / No-go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29260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фактах. При необходимости — свой файл-атака и перезапуск.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4937760"/>
            <a:ext cx="45720" cy="45720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4937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 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Pluggable-формат + SARIF = инструмент встраивается в MLSecOps, а не остаётся демо.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Репозиторий: github.com/ArturGizzatullin01/agentic-red-teaming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ЗАБРАТЬ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28800" cy="13716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Память агента —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поверхность атаки.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8F8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Protected её не закрывает.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 даёт ИБ доказательства write → activate → consequence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возможность дополнять батарею своими атаками.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212080"/>
            <a:ext cx="1828800" cy="13716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7  ·  Яна Либина  ·  Артур Гиззатуллин  ·  Андрей Шитец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Альфа-Банк  ·  04.09.2026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3093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743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НАХОДКА 04  ·  МАТРИЦА ШИРИНЫ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8080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Запись яда не зависит</a:t>
            </a:r>
            <a:pPr algn="l" indent="0" marL="0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13716"/>
          </a:xfrm>
          <a:prstGeom prst="rect">
            <a:avLst/>
          </a:prstGeom>
          <a:solidFill>
            <a:srgbClr val="D8D8D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" cy="1371600"/>
          </a:xfrm>
          <a:prstGeom prst="rect">
            <a:avLst/>
          </a:prstGeom>
          <a:solidFill>
            <a:srgbClr val="EE322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цель — 16 формулировок: стили, языки, форматы, роли. Все 16 записались в память. Активировалась одна: узкое место — не стиль, а recall.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16/16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формулировок одной цели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записались в память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1/16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активировались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новой сессии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320040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3383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E32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ИТОГ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366760" y="4114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 семантики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записи, не стиля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C6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Стилистические детекторы записи не сработают — нужен смысловой контроль.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247120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E3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Red Teaming — атаки на память ИИ-агента</dc:title>
  <dc:subject>Альфа-Банк · 04.09.2026</dc:subject>
  <dc:creator>Команда 7</dc:creator>
  <cp:lastModifiedBy>Команда 7</cp:lastModifiedBy>
  <cp:revision>1</cp:revision>
  <dcterms:created xsi:type="dcterms:W3CDTF">2026-09-03T23:49:44Z</dcterms:created>
  <dcterms:modified xsi:type="dcterms:W3CDTF">2026-09-03T23:49:44Z</dcterms:modified>
</cp:coreProperties>
</file>